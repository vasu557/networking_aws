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Saira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6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719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425535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Automatic Backup and Restore for AWS RDS</a:t>
            </a:r>
            <a:endParaRPr lang="en-US" sz="6150" dirty="0"/>
          </a:p>
        </p:txBody>
      </p:sp>
      <p:sp>
        <p:nvSpPr>
          <p:cNvPr id="5" name="Text 1"/>
          <p:cNvSpPr/>
          <p:nvPr/>
        </p:nvSpPr>
        <p:spPr>
          <a:xfrm>
            <a:off x="793790" y="4700349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/>
              <a:t>PRESE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C209-747B-47E6-91D4-FDF161F66F18}"/>
              </a:ext>
            </a:extLst>
          </p:cNvPr>
          <p:cNvSpPr txBox="1"/>
          <p:nvPr/>
        </p:nvSpPr>
        <p:spPr>
          <a:xfrm>
            <a:off x="6365632" y="5753456"/>
            <a:ext cx="69424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PRESENTED BY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P.Panasaramanna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R.Vasu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B.Syam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kumar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P.Sanjay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543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19" y="930593"/>
            <a:ext cx="4957643" cy="63742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0331" y="581739"/>
            <a:ext cx="7663339" cy="1983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Importance of Backup and Restore in Database Management</a:t>
            </a:r>
            <a:endParaRPr lang="en-US" sz="4150" dirty="0"/>
          </a:p>
        </p:txBody>
      </p:sp>
      <p:sp>
        <p:nvSpPr>
          <p:cNvPr id="5" name="Shape 1"/>
          <p:cNvSpPr/>
          <p:nvPr/>
        </p:nvSpPr>
        <p:spPr>
          <a:xfrm>
            <a:off x="740331" y="2882146"/>
            <a:ext cx="3725942" cy="2280047"/>
          </a:xfrm>
          <a:prstGeom prst="roundRect">
            <a:avLst>
              <a:gd name="adj" fmla="val 835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74646" y="3116461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Protection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974646" y="3573899"/>
            <a:ext cx="325731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Backups safeguard against data loss due to human error, hardware failure, or other unexpected events.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4677728" y="2882146"/>
            <a:ext cx="3725942" cy="2280047"/>
          </a:xfrm>
          <a:prstGeom prst="roundRect">
            <a:avLst>
              <a:gd name="adj" fmla="val 835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12043" y="3116461"/>
            <a:ext cx="283511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Regulatory Compliance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912043" y="3573899"/>
            <a:ext cx="325731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industries require regular backups to meet legal and regulatory requirements for data retention.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740331" y="5373648"/>
            <a:ext cx="3725942" cy="2280047"/>
          </a:xfrm>
          <a:prstGeom prst="roundRect">
            <a:avLst>
              <a:gd name="adj" fmla="val 835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74646" y="560796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Disaster Recovery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974646" y="6065401"/>
            <a:ext cx="325731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Backups enable quick restoration of data and systems in the event of a disaster, minimizing downtime.</a:t>
            </a:r>
            <a:endParaRPr lang="en-US" sz="1650" dirty="0"/>
          </a:p>
        </p:txBody>
      </p:sp>
      <p:sp>
        <p:nvSpPr>
          <p:cNvPr id="14" name="Shape 10"/>
          <p:cNvSpPr/>
          <p:nvPr/>
        </p:nvSpPr>
        <p:spPr>
          <a:xfrm>
            <a:off x="4677728" y="5373648"/>
            <a:ext cx="3725942" cy="2280047"/>
          </a:xfrm>
          <a:prstGeom prst="roundRect">
            <a:avLst>
              <a:gd name="adj" fmla="val 8350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12043" y="560796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Business Continuity</a:t>
            </a:r>
            <a:endParaRPr lang="en-US" sz="2050" dirty="0"/>
          </a:p>
        </p:txBody>
      </p:sp>
      <p:sp>
        <p:nvSpPr>
          <p:cNvPr id="16" name="Text 12"/>
          <p:cNvSpPr/>
          <p:nvPr/>
        </p:nvSpPr>
        <p:spPr>
          <a:xfrm>
            <a:off x="4912043" y="6065401"/>
            <a:ext cx="3257312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backup and restore processes ensure uninterrupted access to critical data and applications.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B50F0-C4CB-C14E-B7E6-F1453C0CB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21" y="182879"/>
            <a:ext cx="13236161" cy="75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92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79" y="914519"/>
            <a:ext cx="4978122" cy="64005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1637" y="561023"/>
            <a:ext cx="7720727" cy="1906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RDS Backup Fundamentals: Understanding Automated Backups</a:t>
            </a:r>
            <a:endParaRPr lang="en-US" sz="4000" dirty="0"/>
          </a:p>
        </p:txBody>
      </p:sp>
      <p:sp>
        <p:nvSpPr>
          <p:cNvPr id="5" name="Shape 1"/>
          <p:cNvSpPr/>
          <p:nvPr/>
        </p:nvSpPr>
        <p:spPr>
          <a:xfrm>
            <a:off x="1005126" y="2772251"/>
            <a:ext cx="22860" cy="4896326"/>
          </a:xfrm>
          <a:prstGeom prst="roundRect">
            <a:avLst>
              <a:gd name="adj" fmla="val 800576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1222415" y="3218259"/>
            <a:ext cx="711637" cy="22860"/>
          </a:xfrm>
          <a:prstGeom prst="roundRect">
            <a:avLst>
              <a:gd name="adj" fmla="val 800576"/>
            </a:avLst>
          </a:prstGeom>
          <a:solidFill>
            <a:srgbClr val="FC8337"/>
          </a:solidFill>
          <a:ln/>
        </p:spPr>
      </p:sp>
      <p:sp>
        <p:nvSpPr>
          <p:cNvPr id="7" name="Shape 3"/>
          <p:cNvSpPr/>
          <p:nvPr/>
        </p:nvSpPr>
        <p:spPr>
          <a:xfrm>
            <a:off x="787837" y="3000970"/>
            <a:ext cx="457438" cy="457438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58096" y="3077170"/>
            <a:ext cx="116800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134910" y="2975491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Full Backups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134910" y="341507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RDS automatically creates full backups of your database on a regular schedule.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222415" y="4918115"/>
            <a:ext cx="711637" cy="22860"/>
          </a:xfrm>
          <a:prstGeom prst="roundRect">
            <a:avLst>
              <a:gd name="adj" fmla="val 800576"/>
            </a:avLst>
          </a:prstGeom>
          <a:solidFill>
            <a:srgbClr val="FC8337"/>
          </a:solidFill>
          <a:ln/>
        </p:spPr>
      </p:sp>
      <p:sp>
        <p:nvSpPr>
          <p:cNvPr id="12" name="Shape 8"/>
          <p:cNvSpPr/>
          <p:nvPr/>
        </p:nvSpPr>
        <p:spPr>
          <a:xfrm>
            <a:off x="787837" y="4700826"/>
            <a:ext cx="457438" cy="457438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23330" y="4777026"/>
            <a:ext cx="186333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134910" y="4675346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Incremental Backups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134910" y="5114925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RDS also generates incremental backups, capturing changes since the last full backup.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1222415" y="6617970"/>
            <a:ext cx="711637" cy="22860"/>
          </a:xfrm>
          <a:prstGeom prst="roundRect">
            <a:avLst>
              <a:gd name="adj" fmla="val 800576"/>
            </a:avLst>
          </a:prstGeom>
          <a:solidFill>
            <a:srgbClr val="FC8337"/>
          </a:solidFill>
          <a:ln/>
        </p:spPr>
      </p:sp>
      <p:sp>
        <p:nvSpPr>
          <p:cNvPr id="17" name="Shape 13"/>
          <p:cNvSpPr/>
          <p:nvPr/>
        </p:nvSpPr>
        <p:spPr>
          <a:xfrm>
            <a:off x="787837" y="6400681"/>
            <a:ext cx="457438" cy="457438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24401" y="6476881"/>
            <a:ext cx="184190" cy="3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2134910" y="6375202"/>
            <a:ext cx="2541746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Backup Retention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2134910" y="6814780"/>
            <a:ext cx="6297454" cy="6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RDS retains backups for a configurable number of days, ensuring data can be restored as needed.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Lambda service in AWS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70094" y="3208973"/>
            <a:ext cx="13037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7017306" y="3123962"/>
            <a:ext cx="28652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Serverless Computing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017306" y="361438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Lambda is a serverless computing service that allows you to run code without managing servers.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323076" y="3208973"/>
            <a:ext cx="20788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109089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Event-Driven Architecture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9089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Lambda functions can be triggered by various events, such as database updates or API calls.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32590" y="5987296"/>
            <a:ext cx="20550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7017306" y="5902285"/>
            <a:ext cx="34749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Scalability and Availability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Lambda automatically scales your code in response to increased demand, ensuring high availability.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69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IAM Role, Giving RDS Full Access and Lambda Basic Execution Access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14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RDS Full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Granting the IAM role full access to RDS ensures the Lambda function can perform backup and restore operations.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4351496"/>
            <a:ext cx="31751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Lambda Basic Execution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93264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Lambda basic execution permission allows the function to log, monitor, and execute within the AWS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744" y="897374"/>
            <a:ext cx="5004792" cy="64348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60770" y="838676"/>
            <a:ext cx="6207443" cy="60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What is CloudWatch in AWS</a:t>
            </a:r>
            <a:endParaRPr lang="en-US" sz="37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1729740"/>
            <a:ext cx="481608" cy="4816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60770" y="240399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Metrics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6160770" y="2820591"/>
            <a:ext cx="779526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CloudWatch collects and tracks various metrics, such as CPU, memory, and network usage.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3706773"/>
            <a:ext cx="481608" cy="4816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160770" y="4381024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Alarms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6160770" y="4797623"/>
            <a:ext cx="7795260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CloudWatch can trigger alarms based on metric thresholds, allowing proactive monitoring and alerting.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770" y="5991939"/>
            <a:ext cx="481608" cy="481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160770" y="6666190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Logs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6160770" y="7082790"/>
            <a:ext cx="7795260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CloudWatch aggregates and analyzes logs from various AWS services and applications.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06" y="942856"/>
            <a:ext cx="4934069" cy="63438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9473" y="953333"/>
            <a:ext cx="7537252" cy="690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Integrating Lambda with RDS</a:t>
            </a:r>
            <a:endParaRPr lang="en-US" sz="43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1974771"/>
            <a:ext cx="1104424" cy="176712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695128" y="2195632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Trigger Event</a:t>
            </a:r>
            <a:endParaRPr lang="en-US" sz="2150" dirty="0"/>
          </a:p>
        </p:txBody>
      </p:sp>
      <p:sp>
        <p:nvSpPr>
          <p:cNvPr id="7" name="Text 2"/>
          <p:cNvSpPr/>
          <p:nvPr/>
        </p:nvSpPr>
        <p:spPr>
          <a:xfrm>
            <a:off x="7695128" y="2673191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specific event, such as a database update, triggers the Lambda function.</a:t>
            </a:r>
            <a:endParaRPr lang="en-US" sz="17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3741896"/>
            <a:ext cx="1104424" cy="176712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695128" y="3962757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Function Execution</a:t>
            </a:r>
            <a:endParaRPr lang="en-US" sz="2150" dirty="0"/>
          </a:p>
        </p:txBody>
      </p:sp>
      <p:sp>
        <p:nvSpPr>
          <p:cNvPr id="10" name="Text 4"/>
          <p:cNvSpPr/>
          <p:nvPr/>
        </p:nvSpPr>
        <p:spPr>
          <a:xfrm>
            <a:off x="7695128" y="4440317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Lambda function performs the backup or restore operation on the RDS database.</a:t>
            </a:r>
            <a:endParaRPr lang="en-US" sz="17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473" y="5509022"/>
            <a:ext cx="1104424" cy="17671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695128" y="5729883"/>
            <a:ext cx="305609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Logging and Monitoring</a:t>
            </a:r>
            <a:endParaRPr lang="en-US" sz="2150" dirty="0"/>
          </a:p>
        </p:txBody>
      </p:sp>
      <p:sp>
        <p:nvSpPr>
          <p:cNvPr id="13" name="Text 6"/>
          <p:cNvSpPr/>
          <p:nvPr/>
        </p:nvSpPr>
        <p:spPr>
          <a:xfrm>
            <a:off x="7695128" y="620744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CloudWatch collects and analyzes logs related to the Lambda-RDS integration.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511" y="942856"/>
            <a:ext cx="4935260" cy="634543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Triggering Lambda Function Using CloudWatch</a:t>
            </a:r>
            <a:endParaRPr lang="en-US" sz="4300" dirty="0"/>
          </a:p>
        </p:txBody>
      </p:sp>
      <p:sp>
        <p:nvSpPr>
          <p:cNvPr id="5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65107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651078"/>
            </a:avLst>
          </a:prstGeom>
          <a:solidFill>
            <a:srgbClr val="FC8337"/>
          </a:solidFill>
          <a:ln/>
        </p:spPr>
      </p:sp>
      <p:sp>
        <p:nvSpPr>
          <p:cNvPr id="7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525339" y="2645569"/>
            <a:ext cx="1266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Event Rule Creation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CloudWatch event rules are set up to monitor specific RDS events, such as scheduled backups.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651078"/>
            </a:avLst>
          </a:prstGeom>
          <a:solidFill>
            <a:srgbClr val="FC8337"/>
          </a:solidFill>
          <a:ln/>
        </p:spPr>
      </p:sp>
      <p:sp>
        <p:nvSpPr>
          <p:cNvPr id="12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87597" y="4489013"/>
            <a:ext cx="202049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Triggering Lambda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the monitored event occurs, CloudWatch triggers the corresponding Lambda function.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651078"/>
            </a:avLst>
          </a:prstGeom>
          <a:solidFill>
            <a:srgbClr val="FC8337"/>
          </a:solidFill>
          <a:ln/>
        </p:spPr>
      </p:sp>
      <p:sp>
        <p:nvSpPr>
          <p:cNvPr id="17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40009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88787" y="6332458"/>
            <a:ext cx="19978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7801332" y="6222206"/>
            <a:ext cx="353591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Automated Backup/Restore</a:t>
            </a:r>
            <a:endParaRPr lang="en-US" sz="2150" dirty="0"/>
          </a:p>
        </p:txBody>
      </p:sp>
      <p:sp>
        <p:nvSpPr>
          <p:cNvPr id="20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Lambda function then executes the backup or restore operation on the RDS database.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880" y="640290"/>
            <a:ext cx="5526160" cy="71052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time and attention. I hope this presentation has provided a comprehensive overview of automatic backup and restore for AWS RDS.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490</Words>
  <Application>Microsoft Office PowerPoint</Application>
  <PresentationFormat>Custom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Saira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vasu rongala</cp:lastModifiedBy>
  <cp:revision>4</cp:revision>
  <dcterms:created xsi:type="dcterms:W3CDTF">2024-10-24T04:43:51Z</dcterms:created>
  <dcterms:modified xsi:type="dcterms:W3CDTF">2024-10-24T05:20:08Z</dcterms:modified>
</cp:coreProperties>
</file>